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Хватов Сергей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Хватов Сергей</a:t>
            </a:r>
          </a:p>
        </p:txBody>
      </p:sp>
      <p:sp>
        <p:nvSpPr>
          <p:cNvPr id="172" name="You Laugh - You Loos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Laugh - You Loose</a:t>
            </a:r>
          </a:p>
        </p:txBody>
      </p:sp>
      <p:sp>
        <p:nvSpPr>
          <p:cNvPr id="173" name="T-Academy Edition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T-Academy Edition</a:t>
            </a:r>
          </a:p>
        </p:txBody>
      </p:sp>
      <p:pic>
        <p:nvPicPr>
          <p:cNvPr id="174" name="68.jpg" descr="6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234960" y="9849483"/>
            <a:ext cx="4153946" cy="38625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Давайте познакомимся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Давайте познакомимся!</a:t>
            </a:r>
          </a:p>
        </p:txBody>
      </p:sp>
      <p:sp>
        <p:nvSpPr>
          <p:cNvPr id="17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Меня зовут Сергей 👋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Меня зовут Сергей 👋</a:t>
            </a:r>
          </a:p>
          <a:p>
            <a:pPr/>
            <a:r>
              <a:t>Backend-разработчик в Т-Банке 👨‍🔬</a:t>
            </a:r>
          </a:p>
          <a:p>
            <a:pPr/>
            <a:r>
              <a:t>Преподавал у некоторых из вам в Т-Академии 🧑‍🎓</a:t>
            </a:r>
          </a:p>
          <a:p>
            <a:pPr/>
            <a:r>
              <a:t>Обладаю аж целыми двумя сертификатами о прохождении курсов мемологии - из Политеха и ИТМО 📜</a:t>
            </a:r>
          </a:p>
          <a:p>
            <a:pPr/>
            <a:r>
              <a:t>Шарю за мемы 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Мемы… Что такое мемы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Мемы… Что такое мемы?</a:t>
            </a:r>
          </a:p>
        </p:txBody>
      </p:sp>
      <p:sp>
        <p:nvSpPr>
          <p:cNvPr id="181" name="И чем они могут быть нам полезны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И чем они могут быть нам полезны?</a:t>
            </a:r>
          </a:p>
        </p:txBody>
      </p:sp>
      <p:sp>
        <p:nvSpPr>
          <p:cNvPr id="182" name="Для чего нам с вами мемы?"/>
          <p:cNvSpPr txBox="1"/>
          <p:nvPr>
            <p:ph type="body" sz="half" idx="1"/>
          </p:nvPr>
        </p:nvSpPr>
        <p:spPr>
          <a:xfrm>
            <a:off x="14414500" y="3740504"/>
            <a:ext cx="9347994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Для чего нам с вами мемы?</a:t>
            </a:r>
          </a:p>
        </p:txBody>
      </p:sp>
      <p:pic>
        <p:nvPicPr>
          <p:cNvPr id="183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8050" y="3629187"/>
            <a:ext cx="12932392" cy="71735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О чем сегодня пойдет речь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 чем сегодня пойдет речь? </a:t>
            </a:r>
          </a:p>
        </p:txBody>
      </p:sp>
      <p:sp>
        <p:nvSpPr>
          <p:cNvPr id="186" name="И почему это может быть вам полезно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И почему это может быть вам полезно?</a:t>
            </a:r>
          </a:p>
        </p:txBody>
      </p:sp>
      <p:sp>
        <p:nvSpPr>
          <p:cNvPr id="187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